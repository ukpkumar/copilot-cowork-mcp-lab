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09560" y="-1143000"/>
            <a:ext cx="5303520" cy="5303520"/>
          </a:xfrm>
          <a:prstGeom prst="arc">
            <a:avLst/>
          </a:prstGeom>
          <a:noFill/>
          <a:ln w="25400">
            <a:solidFill>
              <a:srgbClr val="F9731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640080"/>
            <a:ext cx="4206240" cy="4206240"/>
          </a:xfrm>
          <a:prstGeom prst="arc">
            <a:avLst/>
          </a:prstGeom>
          <a:noFill/>
          <a:ln w="254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85800"/>
            <a:ext cx="2103120" cy="365760"/>
          </a:xfrm>
          <a:prstGeom prst="roundRect">
            <a:avLst>
              <a:gd name="adj" fmla="val 30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795528"/>
            <a:ext cx="18745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SESSION + HANDS-ON LAB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955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NASA Mars Rover MCP Connector and Plugin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58368" y="2761488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DBA7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Copilot Cowork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694944" y="37947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7E3F4"/>
                </a:solidFill>
              </a:rPr>
              <a:t>Build the MCP server, host it on AKS, secure it with Entra ID, package the Cowork plugin, and publish it for users.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09560" y="420624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74152" y="43708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67928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What you will leave with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10728" y="4864608"/>
            <a:ext cx="28437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 repeatable blueprint for secure remote MCP connectors and installable Copilot Cowork plugins.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94944" y="62636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7DA"/>
                </a:solidFill>
              </a:rPr>
              <a:t>copilot-cowork-mcp-lab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Session 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From idea to published Copilot Cowork plugin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40080" y="1600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764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89888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Concepts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41248" y="2313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MCP, Cowork plugins, OAuthPluginVault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51960" y="1600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764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01768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Build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53128" y="2313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TypeScript MCP server and read-only tools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863840" y="1600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1764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13648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Secure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65008" y="2313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Entra app, audiences, tenant validation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050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8988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Host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1248" y="4599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ACR, AKS, network path, DNS, TLS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3886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4050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0176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Package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453128" y="4599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Manifest, tools, skills, plugin zip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863840" y="3886200"/>
            <a:ext cx="297180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0" y="405079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06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613648" y="4114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Operate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065008" y="459943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</a:rPr>
              <a:t>Publishing, troubleshooting, release model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Every layer has a job: describe, authenticate, host, execute, and observe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User in Copilot Cowork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2057400" y="2514600"/>
            <a:ext cx="32918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450592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Plugin manifest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3913632" y="2514600"/>
            <a:ext cx="32918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06824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16552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OAuthPluginVault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769864" y="2514600"/>
            <a:ext cx="32918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63056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HTTPS /mcp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626096" y="2514600"/>
            <a:ext cx="32918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19288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9016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AKS MCP server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9482328" y="2514600"/>
            <a:ext cx="329184" cy="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875520" y="205740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85248" y="2322576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NASA mars.nasa.gov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7240" y="3886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41832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35608" y="4050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Plugin package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" y="4544568"/>
            <a:ext cx="28437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Describes remote MCP URL, tool descriptions, agent skills, and OAuthPluginVault reference.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80560" y="3886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45152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4050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MCP backend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81728" y="4544568"/>
            <a:ext cx="28437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Validates bearer tokens, exposes tools, calls NASA feeds, returns structured results.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183880" y="3886200"/>
            <a:ext cx="32461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348472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842248" y="40507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Azure hosting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85048" y="4544568"/>
            <a:ext cx="28437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Provides public HTTPS reachability, DNS, certificate, ingress, and Kubernetes operations.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What participants must understand before touching Azure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15819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MCP server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207568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 remote tool server that implements Model Context Protocol and exposes callable tools over HTTPS.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5819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Cowork plugin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6008" y="207568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An installable package that tells Copilot where the MCP server is and how to authenticate.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15819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42248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OAuthPluginVault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5048" y="207568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Copilot-managed OAuth connection used to get a bearer token for the MCP call.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5800" y="37490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50392" y="3913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44168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Entra audience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6968" y="440740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token's intended API, usually api://&lt;app-client-id&gt; or a Cowork SSO audience.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37490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9432" y="3913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93208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Tenant mode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636008" y="440740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organizations lets the server validate tokens from any Entra organizational tenant.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83880" y="3749040"/>
            <a:ext cx="333756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48472" y="3913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42248" y="39136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Read-only tools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385048" y="4407408"/>
            <a:ext cx="29352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Tool annotations tell clients that NASA photo queries are non-destructive and idempotent.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map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Where the lab content lives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4617720" cy="3840480"/>
          </a:xfrm>
          <a:prstGeom prst="roundRect">
            <a:avLst>
              <a:gd name="adj" fmla="val 1190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563624"/>
            <a:ext cx="4288536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          MCP server code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k8s/          Kubernetes manifests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appPackage/   Cowork plugin package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docs/blogs/   Publishable blog posts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docs/labs/    Hands-on lab workbook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docs/session/ Instructor deck and scripts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5532120" y="141732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96712" y="15819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Server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33288" y="2075688"/>
            <a:ext cx="22951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index.ts registers tools, auth.ts validates tokens, nasa.ts calls current NASA feeds.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49640" y="1417320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14232" y="15819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8008" y="15819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Plugin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50808" y="2075688"/>
            <a:ext cx="22951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manifest.json points to /mcp and includes OAuthPluginVault reference.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303580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96712" y="3200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0488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33288" y="3694176"/>
            <a:ext cx="22951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deploy.ps1 builds image, configures secrets, and applies Kubernetes manifests.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549640" y="3035808"/>
            <a:ext cx="269748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714232" y="3200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08008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Docs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50808" y="3694176"/>
            <a:ext cx="2295144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Blogs, troubleshooting, security notes, and this lab create the learning path.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MCP server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small TypeScript service with a clear protocol boundary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1435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Express app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86200" y="14630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Health endpoint and MCP endpoint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4871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MCP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86200" y="2514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list, manifest, latest, photo search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2044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538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Auth middleware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35661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JWT verification before /mcp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4572000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5902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NASA client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86200" y="46177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Current mars.nasa.gov feeds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18120" y="1417320"/>
            <a:ext cx="3429000" cy="2880360"/>
          </a:xfrm>
          <a:prstGeom prst="roundRect">
            <a:avLst>
              <a:gd name="adj" fmla="val 1587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82712" y="1563624"/>
            <a:ext cx="309981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/healthz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/mcp</a:t>
            </a:r>
            <a:endParaRPr lang="en-US" sz="910" dirty="0"/>
          </a:p>
          <a:p>
            <a:pPr indent="0" marL="0">
              <a:buNone/>
            </a:pP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{"error":"missing_bearer_token"}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7818120" y="4526280"/>
            <a:ext cx="342900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82712" y="46908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76488" y="46908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Local test goal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19288" y="5184648"/>
            <a:ext cx="3026664" cy="64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Confirm the server responds and /mcp is protected before deploying.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Authentication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Multi-tenant does not mean accepting every token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14904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Tenant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984248"/>
            <a:ext cx="30266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Use ENTRA_TENANT_ID=organizations to support tokens from any Entra organizational tenant.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389120" y="132588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53712" y="14904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4748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Audience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90288" y="1984248"/>
            <a:ext cx="30266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Accept only expected audiences for your API and Cowork SSO connection.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1325880"/>
            <a:ext cx="34290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57032" y="149047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0808" y="149047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JWKS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93608" y="1984248"/>
            <a:ext cx="3026664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Resolve signing keys for the token tenant and validate signature and issuer.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3063240"/>
            <a:ext cx="5074920" cy="1965960"/>
          </a:xfrm>
          <a:prstGeom prst="roundRect">
            <a:avLst>
              <a:gd name="adj" fmla="val 2326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209544"/>
            <a:ext cx="474573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ENTRA_TENANT_ID=organizations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ENTRA_AUDIENCE=api://&lt;APP_CLIENT_ID&gt;,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api://auth-&lt;OAUTH_CONNECTION_ID&gt;/&lt;APP_CLIENT_ID&gt;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400800" y="30632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Validation checklist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46520" y="3566160"/>
            <a:ext cx="1508760" cy="301752"/>
          </a:xfrm>
          <a:prstGeom prst="roundRect">
            <a:avLst>
              <a:gd name="adj" fmla="val 36364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365760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signature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275320" y="3566160"/>
            <a:ext cx="1508760" cy="301752"/>
          </a:xfrm>
          <a:prstGeom prst="roundRect">
            <a:avLst>
              <a:gd name="adj" fmla="val 3636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5320" y="365760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issuer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446520" y="4069080"/>
            <a:ext cx="1508760" cy="301752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416052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expiry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8275320" y="4069080"/>
            <a:ext cx="1508760" cy="301752"/>
          </a:xfrm>
          <a:prstGeom prst="roundRect">
            <a:avLst>
              <a:gd name="adj" fmla="val 3636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16052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audience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6446520" y="4572000"/>
            <a:ext cx="1508760" cy="301752"/>
          </a:xfrm>
          <a:prstGeom prst="roundRect">
            <a:avLst>
              <a:gd name="adj" fmla="val 3636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46520" y="4663440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tenant id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Azure network requirements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Cowork must reach a trusted public HTTPS MCP endpoint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107442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545336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Inbound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31720" y="1536192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Copilot Cowork -&gt; HTTPS /mcp on your public host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130552"/>
            <a:ext cx="10744200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58568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Health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31720" y="2249424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Operators and probes -&gt; HTTPS /healthz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2843784"/>
            <a:ext cx="107442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71800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Outbound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331720" y="2962656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AKS node/pod -&gt; ACR image pull and mars.nasa.gov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3557016"/>
            <a:ext cx="10744200" cy="438912"/>
          </a:xfrm>
          <a:prstGeom prst="roundRect">
            <a:avLst>
              <a:gd name="adj" fmla="val 10417"/>
            </a:avLst>
          </a:prstGeom>
          <a:solidFill>
            <a:srgbClr val="EA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68503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DNS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31720" y="3675888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Stable hostname -&gt; ingress or public IP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31520" y="4270248"/>
            <a:ext cx="107442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398264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TLS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331720" y="4389120"/>
            <a:ext cx="8138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</a:rPr>
              <a:t>Trusted certificate for the public hostname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1051560" y="5138928"/>
            <a:ext cx="10104120" cy="566928"/>
          </a:xfrm>
          <a:prstGeom prst="roundRect">
            <a:avLst>
              <a:gd name="adj" fmla="val 12903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25880" y="5340096"/>
            <a:ext cx="9555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</a:rPr>
              <a:t>Rule of thumb: if a browser cannot validate https://&lt;host&gt;/healthz, Copilot Cowork will not reliably call https://&lt;host&gt;/mcp.</a:t>
            </a:r>
            <a:endParaRPr lang="en-US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Host MCP on AKS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Container image, secret, deployment, service, ingress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4447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ACR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938528"/>
            <a:ext cx="444398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az acr build creates nasa-mars-rover-mcp:&lt;tag&gt;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91072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4848" y="144475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Secret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27648" y="1938528"/>
            <a:ext cx="444398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NASA_API_KEY, ENTRA_TENANT_ID, ENTRA_AUDIENCE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2606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0392" y="2770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27706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3264408"/>
            <a:ext cx="444398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1 replica, resource requests, readiness/liveness probes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126480" y="260604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91072" y="2770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27706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Service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327648" y="3264408"/>
            <a:ext cx="444398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ClusterIP or LoadBalancer routes to port 8000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393192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0392" y="4096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44168" y="409651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Ingress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4590288"/>
            <a:ext cx="4443984" cy="45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HTTPS host routes /mcp and /healthz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 and certificate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Publishing is not done until HTTPS is trusted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14630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08760" y="15087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Create public hostname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08760" y="1828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Example: mcp.contoso.com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4400" y="256032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2606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Point DNS to ingress public IP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29260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record or CNAME, depending on your design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08760" y="37033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</a:rPr>
              <a:t>Issue trusted certificate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402336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cert-manager, App Gateway, or managed TLS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1325880"/>
            <a:ext cx="4251960" cy="3337560"/>
          </a:xfrm>
          <a:prstGeom prst="roundRect">
            <a:avLst>
              <a:gd name="adj" fmla="val 1370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65392" y="1472184"/>
            <a:ext cx="3922776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from outside the cluster: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Invoke-WebRequest https://&lt;host&gt;/healthz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{"status":"ok"}</a:t>
            </a:r>
            <a:endParaRPr lang="en-US" sz="820" dirty="0"/>
          </a:p>
          <a:p>
            <a:pPr indent="0" marL="0">
              <a:buNone/>
            </a:pP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Then verify /mcp is protected.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the Cowork plugin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plugin package is the contract between Copilot and the MCP server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2801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0392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4168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manifest.json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86968" y="1938528"/>
            <a:ext cx="28437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Package metadata, MCP URL, connector, OAuthPluginVault reference.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34840" y="12801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93208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tools JSON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36008" y="1938528"/>
            <a:ext cx="28437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Tool schemas, descriptions, read-only annotations.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183880" y="1280160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48472" y="144475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42248" y="14447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skills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85048" y="1938528"/>
            <a:ext cx="28437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Agent skill instructions that guide tool use and response behavior.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68680" y="2926080"/>
            <a:ext cx="4754880" cy="1828800"/>
          </a:xfrm>
          <a:prstGeom prst="roundRect">
            <a:avLst>
              <a:gd name="adj" fmla="val 2500"/>
            </a:avLst>
          </a:prstGeom>
          <a:solidFill>
            <a:srgbClr val="182033"/>
          </a:solidFill>
          <a:ln w="12700">
            <a:solidFill>
              <a:srgbClr val="1820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33272" y="3072384"/>
            <a:ext cx="442569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Compress-Archive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-Path .\appPackage\*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-DestinationPath .\nasa-mars-rover-cowork-plugin.zip \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-Force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446520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937"/>
                </a:solidFill>
              </a:rPr>
              <a:t>Zip root must contain manifest.json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46520" y="3474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Do not zip the parent appPackage folder. Zip the contents of appPackage.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251960"/>
            <a:ext cx="1417320" cy="301752"/>
          </a:xfrm>
          <a:prstGeom prst="roundRect">
            <a:avLst>
              <a:gd name="adj" fmla="val 36364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34340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manifest.json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8046720" y="4251960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0" y="434340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tools/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189720" y="4251960"/>
            <a:ext cx="960120" cy="301752"/>
          </a:xfrm>
          <a:prstGeom prst="roundRect">
            <a:avLst>
              <a:gd name="adj" fmla="val 36364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89720" y="4343400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skills/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Publishing options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Choose the right path for demo, pilot, or internal rollout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Developer upload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2121408"/>
            <a:ext cx="2660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Fastest for testing; depends on tenant policy.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4630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84648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Tenant catalog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27448" y="2121408"/>
            <a:ext cx="2660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Controlled internal distribution for selected users.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321040" y="146304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85632" y="162763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79408" y="1627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Admin rollout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522208" y="2121408"/>
            <a:ext cx="2660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Managed availability and governance.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06040" y="38862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70632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4050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Plugin-only repo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07208" y="4544568"/>
            <a:ext cx="2660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Separate release artifact and versioned zip.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3886200"/>
            <a:ext cx="3063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565392" y="405079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59168" y="405079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GitHub release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01968" y="4544568"/>
            <a:ext cx="266090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Publish zip with changelog and version tag.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Troubleshooting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Separate OAuth, token validation, routing, and pod health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234440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7552" y="1399032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344168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Does /healthz return 200?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663440" y="1344168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If no: AKS, ingress, DNS, cert, or service issue.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77240" y="2075688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40280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417320" y="2185416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Does /mcp return missing_bearer_token without auth?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3440" y="2185416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If no: route or server issue.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77240" y="2916936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3081528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3026664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Does Cowork reach /mcp?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3026664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Check ingress logs and user-agent.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77240" y="3758184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3922776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17320" y="3867912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Does token validation fail?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63440" y="3867912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Check audience, tenant, issuer, consent.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77240" y="4599432"/>
            <a:ext cx="105613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" y="4764024"/>
            <a:ext cx="228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417320" y="4709160"/>
            <a:ext cx="30175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</a:rPr>
              <a:t>Do tools ask approval every time?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63440" y="4709160"/>
            <a:ext cx="5669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475569"/>
                </a:solidFill>
              </a:rPr>
              <a:t>Read-only annotations help; tenant policy may still decide.</a:t>
            </a:r>
            <a:endParaRPr lang="en-US" sz="9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21208" y="8961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The sequence participants will follow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0" y="320040"/>
            <a:ext cx="2514600" cy="402336"/>
          </a:xfrm>
          <a:prstGeom prst="roundRect">
            <a:avLst>
              <a:gd name="adj" fmla="val 13636"/>
            </a:avLst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08592" y="438912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NASA Mars Rover MCP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Copilot Cowork MCP Lab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292840" y="64282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581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682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Clone + build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3493008" y="1417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581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023360" y="1682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Run MCP locally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327648" y="1417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73952" y="1581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1682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Create Entra app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9162288" y="14173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15819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0" y="16824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Configure OAuth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658368" y="32461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410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88720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Deploy to AKS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493008" y="32461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410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6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23360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DNS + TLS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327648" y="32461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EAF2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410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7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58000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Package plugin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9162288" y="3246120"/>
            <a:ext cx="2240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6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341071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</a:rPr>
              <a:t>8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92640" y="351129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Install + test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960120" y="5532120"/>
            <a:ext cx="9875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82033"/>
                </a:solidFill>
              </a:rPr>
              <a:t>Lab workbook: docs/labs/nasa-mars-rover-mcp-cowork-end-to-end-lab.md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2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The repeatable pattern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3232" y="141732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DBA74"/>
                </a:solidFill>
              </a:rPr>
              <a:t>MCP server -&gt; container -&gt; AKS -&gt; HTTPS -&gt; Entra auth -&gt; OAuthPluginVault -&gt; Cowork plugin -&gt; user experience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77724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41832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5608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Build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78408" y="3447288"/>
            <a:ext cx="27523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Define tools and make them safe, typed, and observable.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90872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84648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Secure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27448" y="3447288"/>
            <a:ext cx="27523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Validate issuer, signature, expiry, tenant, and audience.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275320" y="2788920"/>
            <a:ext cx="31546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>
                <a:alpha val="8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D8DEE9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39912" y="2953512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33688" y="29535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Publish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76488" y="3447288"/>
            <a:ext cx="2752344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Package the plugin, document the release, and support users.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4400" y="53492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Next: clone the repo, run the lab, and replace NASA with your own enterprise API.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Mars Rover MCP Connector and Plugin for Copilot Cowork</dc:title>
  <dc:subject>NASA Mars Rover MCP Connector and Plugin for Copilot Cowork</dc:subject>
  <dc:creator>Prasanth U K</dc:creator>
  <cp:lastModifiedBy>Prasanth U K</cp:lastModifiedBy>
  <cp:revision>1</cp:revision>
  <dcterms:created xsi:type="dcterms:W3CDTF">2026-10-10T21:52:41Z</dcterms:created>
  <dcterms:modified xsi:type="dcterms:W3CDTF">2026-10-10T21:52:41Z</dcterms:modified>
</cp:coreProperties>
</file>